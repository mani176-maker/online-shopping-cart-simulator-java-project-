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64592"/>
            <a:ext cx="3108960" cy="804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17043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Programming Cornerstone Project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371600" y="202996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 Cart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371600" y="257860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29077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1 (Roll No.)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318211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2 (Roll No.)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34564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3 (Roll No.)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3730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4 (Roll No.)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71600" y="405993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91440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Abstract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Introduction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System Analysis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Technology Description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Database Design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System Design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System Implementation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Future Enhancements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References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ABSTRACT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Shopping Cart (OCS) is a desktop-based Java application designed to simulate a complete e-commerce shopping experience.</a:t>
            </a:r>
            <a:endParaRPr lang="en-US" sz="1600" dirty="0"/>
          </a:p>
          <a:p>
            <a:pPr algn="just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enables users to register, log in, browse available products, add items to their cart, and place orders through a structured and secure workflow.</a:t>
            </a:r>
            <a:endParaRPr lang="en-US" sz="1600" dirty="0"/>
          </a:p>
          <a:p>
            <a:pPr algn="just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module allows product management and system oversight, including adding, updating, and removing products from the catalogue.</a:t>
            </a:r>
            <a:endParaRPr lang="en-US" sz="1600" dirty="0"/>
          </a:p>
          <a:p>
            <a:pPr algn="just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using Core Java, Java Swing (GUI), JDBC (database connectivity), and MySQL as the backend database, ensuring data integrity and reliability.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Shopping Cart (OCS) provides users with a simulated e-commerce experience on a desktop platform.</a:t>
            </a:r>
            <a:endParaRPr lang="en-US" sz="1600" dirty="0"/>
          </a:p>
          <a:p>
            <a:pPr algn="just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shopping management in small businesses relies on manual records or disconnected tools, leading to data duplication and poor order tracking.</a:t>
            </a:r>
            <a:endParaRPr lang="en-US" sz="1600" dirty="0"/>
          </a:p>
          <a:p>
            <a:pPr algn="just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 replaces paper-based or spreadsheet-driven order tracking with a relational database solution, improving data accuracy and retrieval speed.</a:t>
            </a:r>
            <a:endParaRPr lang="en-US" sz="1600" dirty="0"/>
          </a:p>
          <a:p>
            <a:pPr algn="just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focuses on developing a GUI-based Java application for effective shopping cart management using Java, Swing, JDBC, and MySQL.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1170432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user-friendly desktop application for simulating online shopping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secure login and registration for both users and admin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allow users to browse products, manage a cart, and place orders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enable the admin to add, update, and manage product listings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store all data reliably in a MySQL relational database using JDBC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demonstrate referential integrity through proper foreign key relationships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Requirements: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11704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Login: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new customers to register and authenticated users/admin to log in securely.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77393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Browsing: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available products with names and prices for users to browse.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3774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users can select products and add them with a defined quantity.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98094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Manage Cart: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view, update quantities, or remove items from their cart.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58444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confirm their cart to place an order; total is auto-calculated with timestamp.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41879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Product Management: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add, update, and remove products through a dedicated admin login.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5760" y="10972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Intel i3 or above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Minimum 4 GB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20 GB free space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1024×768 or higher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Devices: Keyboard, Mouse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System: Windows 7/10/11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Language: Java (JDK 8+)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Visual Studio Code (Java Extension Pack)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 Server 5.7+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Connectivity: JDBC (MySQL Connector/J)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Requirements: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33375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Respond to operations without noticeable delay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Credentials validated before access; passwords stored securely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Simple, intuitive interface requiring minimal training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DESCRIPTION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(Core):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High-level, object-oriented, platform-independent language. Implements all core functionality — authentication, cart management, order processing, and database interaction.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toolkit in JFC providing lightweight components — buttons, labels, text fields, tables. Used to build all screens of the Online Shopping Cart application.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that connects Java to databases. Used to execute INSERT, UPDATE, DELETE, SELECT queries and retrieve results for display in the GUI.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29184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RDBMS storing all data: products, users, cart items, admin credentials, and orders. Enforces data integrity via primary/foreign keys and NOT NULL constraints.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11480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IDE with Java Extension Pack — provides syntax highlighting, IntelliSense, debugging, and integrated terminal for development and testing.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731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051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Table 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60320" y="132588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available product listings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463040"/>
                <a:gridCol w="31089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ID (Auto Increment)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731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051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 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60320" y="132588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registered customer credentials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463040"/>
                <a:gridCol w="31089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ID (Auto Increment)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731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051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Table 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60320" y="132588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administrator login credentials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463040"/>
                <a:gridCol w="31089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ID (Auto Increment)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Username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731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051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Table 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60320" y="132588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items added to cart by each user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463040"/>
                <a:gridCol w="31089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ID (Auto Increment)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 Products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 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Quantity (Default: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731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051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Table 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60320" y="132588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confirmed orders with total amount and timestamp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463040"/>
                <a:gridCol w="31089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 (Auto Increment)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 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total_amount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Order Amount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CURRENT_TIMESTAMP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10789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Module:
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Handles user registration, login, product browsing, cart management, and order placement.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Module:
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Admin login via dedicated screen; allows adding, updating, and deleting products from the catalogue.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395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Module:
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Manages cart items — links products to users, tracks quantities, and supports removal.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Module:
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Confirms cart contents as an order, calculates total, and stores order with timestamp.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71246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 Module:
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Establishes JDBC connection to MySQL and executes all SQL operations.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43708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Module:
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All Swing-based screens that present information and capture user input.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IMPLEMENTATION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77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1060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login interface where the user or admin enters their username and password to access the system.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" y="1783080"/>
            <a:ext cx="4114800" cy="2560320"/>
          </a:xfrm>
          <a:prstGeom prst="rect">
            <a:avLst/>
          </a:prstGeom>
          <a:solidFill>
            <a:srgbClr val="E8EEF5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2697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to be inserted]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0" y="777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Screen: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1060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registration form where new users enter a username and password to create an account.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783080"/>
            <a:ext cx="4114800" cy="2560320"/>
          </a:xfrm>
          <a:prstGeom prst="rect">
            <a:avLst/>
          </a:prstGeom>
          <a:solidFill>
            <a:srgbClr val="E8EEF5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2697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to be inserted]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IMPLEMENTATION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77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Screen: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1060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 dedicated admin login interface. The admin enters credentials to access the admin panel, separate from the user login flow.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" y="1783080"/>
            <a:ext cx="4114800" cy="2560320"/>
          </a:xfrm>
          <a:prstGeom prst="rect">
            <a:avLst/>
          </a:prstGeom>
          <a:solidFill>
            <a:srgbClr val="E8EEF5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2697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to be inserted]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0" y="777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Product Management Screen: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1060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admin panel where the administrator can add new products, update existing product details (name and price), and delete products from the system.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783080"/>
            <a:ext cx="4114800" cy="2560320"/>
          </a:xfrm>
          <a:prstGeom prst="rect">
            <a:avLst/>
          </a:prstGeom>
          <a:solidFill>
            <a:srgbClr val="E8EEF5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2697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to be inserted]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IMPLEMENTATION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77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 Screen: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1060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available products with their names and prices. Users can select items to add to their cart.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" y="1783080"/>
            <a:ext cx="4114800" cy="2560320"/>
          </a:xfrm>
          <a:prstGeom prst="rect">
            <a:avLst/>
          </a:prstGeom>
          <a:solidFill>
            <a:srgbClr val="E8EEF5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2697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to be inserted]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0" y="777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Screen: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1060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users to select a product, specify quantity, and confirm adding the item to their cart.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783080"/>
            <a:ext cx="4114800" cy="2560320"/>
          </a:xfrm>
          <a:prstGeom prst="rect">
            <a:avLst/>
          </a:prstGeom>
          <a:solidFill>
            <a:srgbClr val="E8EEF5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2697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to be inserted]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IMPLEMENTATION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77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View Screen: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1060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all items currently in the user's cart with product names, quantities, and individual prices.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" y="1783080"/>
            <a:ext cx="4114800" cy="2560320"/>
          </a:xfrm>
          <a:prstGeom prst="rect">
            <a:avLst/>
          </a:prstGeom>
          <a:solidFill>
            <a:srgbClr val="E8EEF5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2697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to be inserted]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0" y="777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Summary Screen: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1060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summary of the confirmed order including total amount and order date after successful checkout.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783080"/>
            <a:ext cx="4114800" cy="2560320"/>
          </a:xfrm>
          <a:prstGeom prst="rect">
            <a:avLst/>
          </a:prstGeom>
          <a:solidFill>
            <a:srgbClr val="E8EEF5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2697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to be inserted]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Integration: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Adding support for UPI, credit/debit card, or net banking to simulate real-world checkout.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13898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&amp; Invoice Generation: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Enabling users to view past orders and download PDF invoices for each completed purchase.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200253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 and Filtering: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Keyword search, category filtering, and price range filtering for faster product discovery.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261518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Application: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Migrating the desktop application to a web-based platform using Java Servlets, JSP, or Spring Boot.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32278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Control: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Expanding authentication to support multiple admin roles with different permission levels.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/ Inventory Management: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Adding a stock quantity field to prevent overselling and track product availability.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44531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User Interface: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Redesigning the GUI with modern themes, responsive layouts, and improved visual feedback.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references were used during the development of the Online Shopping Cart: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170432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Herbert Schildt, Java: The Complete Reference, Oracle Press, 11th Edition.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E. Balagurusamy, Programming with Java, McGraw Hill Education.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Korth, Silberschatz, Sudarshan, Database System Concepts, McGraw Hill.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MySQL Documentation, https://dev.mysql.com/doc/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Java Documentation (Oracle), https://docs.oracle.com/javase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JDBC Tutorial – GeeksforGeeks, https://www.geeksforgeeks.org/jdbc/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Java Swing Tutorial – TutorialsPoint, https://www.tutorialspoint.com/java_swing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W3Schools Java Tutorial, https://www.w3schools.com/java/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Shopping Cart was successfully developed as a desktop-based Java application simulating a complete e-commerce workflow.</a:t>
            </a:r>
            <a:endParaRPr lang="en-US" sz="1500" dirty="0"/>
          </a:p>
          <a:p>
            <a:pPr algn="just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replaces manual product and order tracking with a reliable, database-driven solution, improving data consistency and accessibility.</a:t>
            </a:r>
            <a:endParaRPr lang="en-US" sz="1500" dirty="0"/>
          </a:p>
          <a:p>
            <a:pPr algn="just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planned functionalities have been delivered: user registration, product browsing, cart management, order placement, and admin product control.</a:t>
            </a:r>
            <a:endParaRPr lang="en-US" sz="1500" dirty="0"/>
          </a:p>
          <a:p>
            <a:pPr algn="just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— Java, Swing, JDBC, and MySQL — ensure stable performance, data integrity through relational constraints, and a user-friendly experience.</a:t>
            </a:r>
            <a:endParaRPr lang="en-US" sz="1500" dirty="0"/>
          </a:p>
          <a:p>
            <a:pPr algn="just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successfully demonstrates object-oriented programming, GUI development, and relational database design.</a:t>
            </a:r>
            <a:endParaRPr lang="en-US" sz="1500" dirty="0"/>
          </a:p>
          <a:p>
            <a:pPr algn="just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provides a scalable foundation for future enhancements such as payment integration and web-based access.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548640"/>
            <a:ext cx="3108960" cy="8046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0" y="2011680"/>
            <a:ext cx="4572000" cy="822960"/>
          </a:xfrm>
          <a:prstGeom prst="roundRect">
            <a:avLst>
              <a:gd name="adj" fmla="val 1111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 Cart  |  Department of Information Technology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2026-04-05T17:50:46Z</dcterms:created>
  <dcterms:modified xsi:type="dcterms:W3CDTF">2026-04-05T17:50:46Z</dcterms:modified>
</cp:coreProperties>
</file>